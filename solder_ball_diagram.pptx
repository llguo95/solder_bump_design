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-4459" y="-42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083C7-8C8E-BFD9-F6BA-6173D8A40E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28B5C0-B96E-A070-4D7A-20F8D04D2B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ABC3E-8724-BF10-61AB-6A3827D10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17F0E-B653-4149-AF6A-5F79BF4492E4}" type="datetimeFigureOut">
              <a:rPr lang="nl-NL" smtClean="0"/>
              <a:t>10-2-2026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46502-DACC-1EE0-ABBB-F643BCE50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9E942-3602-8914-4B55-4F187B7E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041CB-C970-45D7-AFC9-CAD68103ABB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33933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B18A6-2E69-5D4A-C1F8-B25FB0EDF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26BD6-1294-C8F2-7B4F-69D40785A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73BE2-2A60-F6B8-1929-4C1132ACD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17F0E-B653-4149-AF6A-5F79BF4492E4}" type="datetimeFigureOut">
              <a:rPr lang="nl-NL" smtClean="0"/>
              <a:t>10-2-2026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09531-D4A7-B881-8A3D-4869D69F3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21360-55B3-9EA8-471B-64E006665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041CB-C970-45D7-AFC9-CAD68103ABB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0200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DD68E-E78C-2E8F-CA24-FA7D48582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ED814-2538-DA8D-8E6C-ADFA61EC0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37AC2-E6DA-4BE5-392A-C29E19AD1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17F0E-B653-4149-AF6A-5F79BF4492E4}" type="datetimeFigureOut">
              <a:rPr lang="nl-NL" smtClean="0"/>
              <a:t>10-2-2026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EB732-DD5F-476B-8B19-0C4EE067F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2E376-3151-C387-99A0-049A04B99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041CB-C970-45D7-AFC9-CAD68103ABB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7036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E0BD2-DED3-610A-68A6-B4EE757AE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1838D-36B3-DA41-2A68-A4018C5BFE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5CF9A7-CE87-2393-15DB-197A917BE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94BDFB-BBBF-5059-C520-D5D321715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17F0E-B653-4149-AF6A-5F79BF4492E4}" type="datetimeFigureOut">
              <a:rPr lang="nl-NL" smtClean="0"/>
              <a:t>10-2-2026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02B66-B107-835C-A919-43D5F44C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C02153-C1E4-F804-0EE2-D67FF6B45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041CB-C970-45D7-AFC9-CAD68103ABB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1320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50123-B0A1-FA01-6388-81B1394CD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01C3C-9086-2CD1-1AC7-D151ED1B3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C2A5FB-DBE2-C5EA-6338-7FCE21627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408862-63A4-EF49-3DC2-81FDF2362D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6EB12F-7682-2722-C138-BD1F873C19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2A7749-06B1-59C1-8C13-3097F5A1D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17F0E-B653-4149-AF6A-5F79BF4492E4}" type="datetimeFigureOut">
              <a:rPr lang="nl-NL" smtClean="0"/>
              <a:t>10-2-2026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152179-199D-BDE4-AB7F-C6D989BB5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9B2A0F-2E95-685B-60A9-F41168CC6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041CB-C970-45D7-AFC9-CAD68103ABB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92145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F358D-57FB-5550-A941-5B3F17737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176F26-DF50-18CD-CD27-05FB6AC06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17F0E-B653-4149-AF6A-5F79BF4492E4}" type="datetimeFigureOut">
              <a:rPr lang="nl-NL" smtClean="0"/>
              <a:t>10-2-2026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87901B-9D88-31E9-5182-D91E12F48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0C841-B5C3-50DF-26D1-066A815D3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041CB-C970-45D7-AFC9-CAD68103ABB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3704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57BFDD-2CAA-88D9-C9FD-C8681C539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17F0E-B653-4149-AF6A-5F79BF4492E4}" type="datetimeFigureOut">
              <a:rPr lang="nl-NL" smtClean="0"/>
              <a:t>10-2-2026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6726C1-FF4D-C358-1484-661B25282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D71BF-8B60-29DE-4A63-655445414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041CB-C970-45D7-AFC9-CAD68103ABB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03257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23A7B-8CA8-CA73-E049-7342CB298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93EAD-716B-8FE8-AEE5-60AADFBD2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8A21A-B32B-501A-8A4A-6D361AFEB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BDA181-D954-EFB3-A5E3-50EC52856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17F0E-B653-4149-AF6A-5F79BF4492E4}" type="datetimeFigureOut">
              <a:rPr lang="nl-NL" smtClean="0"/>
              <a:t>10-2-2026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B30EC-FE39-77C2-EB58-99648BC00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83ADB-161D-5976-24F0-AA3E89889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041CB-C970-45D7-AFC9-CAD68103ABB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2059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D9668-56CF-9E18-671D-5478AD74F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EBD135-1F3D-FCB0-E984-68B940836E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631697-F669-1F23-5F3F-27EEACEDC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CA375-E6F2-7F0C-9E63-7E07C3166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17F0E-B653-4149-AF6A-5F79BF4492E4}" type="datetimeFigureOut">
              <a:rPr lang="nl-NL" smtClean="0"/>
              <a:t>10-2-2026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C7CDEA-D0B6-0A79-F0DF-88DAA7706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41577-07EE-A66A-E79A-0597CE76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041CB-C970-45D7-AFC9-CAD68103ABB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14983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E6A62-BB1E-B922-3B95-0284F048B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6B7735-B91A-0E1B-44E5-4C81DE0AD8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00F26-88A2-77EB-92C5-603F3C39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17F0E-B653-4149-AF6A-5F79BF4492E4}" type="datetimeFigureOut">
              <a:rPr lang="nl-NL" smtClean="0"/>
              <a:t>10-2-2026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AFB38-54F3-A12C-4A88-C803F7A6F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34BA0-FB65-6BB8-AAAF-EA9F3CEE8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041CB-C970-45D7-AFC9-CAD68103ABB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649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365DAE-CB09-5322-2E13-3CE7D39C68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372F-644F-471A-03B6-A603D77C7E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BED32-263F-EDFC-3B66-D3D967FE6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17F0E-B653-4149-AF6A-5F79BF4492E4}" type="datetimeFigureOut">
              <a:rPr lang="nl-NL" smtClean="0"/>
              <a:t>10-2-2026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720F7-97D8-4962-33EB-D44723C7B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E47FD-0A0A-599D-49CA-CDF6B991F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041CB-C970-45D7-AFC9-CAD68103ABB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328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A3169C-3978-2E28-0635-7C51AF1C7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83F18-1977-E09C-C91C-82EB92E17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8B374-E6BB-ABB8-0E0D-24C4321CE7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17F0E-B653-4149-AF6A-5F79BF4492E4}" type="datetimeFigureOut">
              <a:rPr lang="nl-NL" smtClean="0"/>
              <a:t>10-2-2026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4971A-A4E1-403E-6C03-D4E96ADBD7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5AA0A-72B9-0456-205A-1AC11D62D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8041CB-C970-45D7-AFC9-CAD68103ABB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49546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14">
            <a:extLst>
              <a:ext uri="{FF2B5EF4-FFF2-40B4-BE49-F238E27FC236}">
                <a16:creationId xmlns:a16="http://schemas.microsoft.com/office/drawing/2014/main" id="{551C5B42-5891-CB03-2DD4-B2E335849C42}"/>
              </a:ext>
            </a:extLst>
          </p:cNvPr>
          <p:cNvSpPr/>
          <p:nvPr/>
        </p:nvSpPr>
        <p:spPr>
          <a:xfrm>
            <a:off x="2134938" y="1783710"/>
            <a:ext cx="2528790" cy="245583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29">
            <a:extLst>
              <a:ext uri="{FF2B5EF4-FFF2-40B4-BE49-F238E27FC236}">
                <a16:creationId xmlns:a16="http://schemas.microsoft.com/office/drawing/2014/main" id="{9B3DD08F-74C0-BBB7-8441-94C98D53AFC6}"/>
              </a:ext>
            </a:extLst>
          </p:cNvPr>
          <p:cNvSpPr/>
          <p:nvPr/>
        </p:nvSpPr>
        <p:spPr>
          <a:xfrm>
            <a:off x="4102780" y="1962294"/>
            <a:ext cx="180755" cy="1267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28">
            <a:extLst>
              <a:ext uri="{FF2B5EF4-FFF2-40B4-BE49-F238E27FC236}">
                <a16:creationId xmlns:a16="http://schemas.microsoft.com/office/drawing/2014/main" id="{EDEF4DD0-C559-A4F3-499A-7F786A814917}"/>
              </a:ext>
            </a:extLst>
          </p:cNvPr>
          <p:cNvSpPr/>
          <p:nvPr/>
        </p:nvSpPr>
        <p:spPr>
          <a:xfrm>
            <a:off x="2516628" y="1952687"/>
            <a:ext cx="180755" cy="1267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11">
            <a:extLst>
              <a:ext uri="{FF2B5EF4-FFF2-40B4-BE49-F238E27FC236}">
                <a16:creationId xmlns:a16="http://schemas.microsoft.com/office/drawing/2014/main" id="{6C9455F5-6632-58CA-4326-BDB71C27D8DE}"/>
              </a:ext>
            </a:extLst>
          </p:cNvPr>
          <p:cNvSpPr/>
          <p:nvPr/>
        </p:nvSpPr>
        <p:spPr>
          <a:xfrm>
            <a:off x="2119594" y="3864760"/>
            <a:ext cx="2559523" cy="183137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梯形 12">
            <a:extLst>
              <a:ext uri="{FF2B5EF4-FFF2-40B4-BE49-F238E27FC236}">
                <a16:creationId xmlns:a16="http://schemas.microsoft.com/office/drawing/2014/main" id="{A77BE582-CA3A-DB03-8192-3F979C6CEB4F}"/>
              </a:ext>
            </a:extLst>
          </p:cNvPr>
          <p:cNvSpPr/>
          <p:nvPr/>
        </p:nvSpPr>
        <p:spPr>
          <a:xfrm>
            <a:off x="2479742" y="3681711"/>
            <a:ext cx="1840707" cy="189003"/>
          </a:xfrm>
          <a:prstGeom prst="trapezoid">
            <a:avLst>
              <a:gd name="adj" fmla="val 109615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15">
            <a:extLst>
              <a:ext uri="{FF2B5EF4-FFF2-40B4-BE49-F238E27FC236}">
                <a16:creationId xmlns:a16="http://schemas.microsoft.com/office/drawing/2014/main" id="{E7B6882B-B95D-8753-E171-26C4C1458673}"/>
              </a:ext>
            </a:extLst>
          </p:cNvPr>
          <p:cNvSpPr/>
          <p:nvPr/>
        </p:nvSpPr>
        <p:spPr>
          <a:xfrm>
            <a:off x="1936817" y="4047216"/>
            <a:ext cx="2903221" cy="2971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16">
            <a:extLst>
              <a:ext uri="{FF2B5EF4-FFF2-40B4-BE49-F238E27FC236}">
                <a16:creationId xmlns:a16="http://schemas.microsoft.com/office/drawing/2014/main" id="{08729FB5-80AE-0E31-C13F-0178D68EDC99}"/>
              </a:ext>
            </a:extLst>
          </p:cNvPr>
          <p:cNvSpPr/>
          <p:nvPr/>
        </p:nvSpPr>
        <p:spPr>
          <a:xfrm>
            <a:off x="2527395" y="2058340"/>
            <a:ext cx="180755" cy="61358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7">
            <a:extLst>
              <a:ext uri="{FF2B5EF4-FFF2-40B4-BE49-F238E27FC236}">
                <a16:creationId xmlns:a16="http://schemas.microsoft.com/office/drawing/2014/main" id="{5B04B361-55F5-949C-33EF-57B922950E49}"/>
              </a:ext>
            </a:extLst>
          </p:cNvPr>
          <p:cNvSpPr/>
          <p:nvPr/>
        </p:nvSpPr>
        <p:spPr>
          <a:xfrm>
            <a:off x="2713039" y="1930695"/>
            <a:ext cx="1372587" cy="61681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平行四边形 18">
            <a:extLst>
              <a:ext uri="{FF2B5EF4-FFF2-40B4-BE49-F238E27FC236}">
                <a16:creationId xmlns:a16="http://schemas.microsoft.com/office/drawing/2014/main" id="{4AB697E1-103F-2F20-B2CA-5F043F251029}"/>
              </a:ext>
            </a:extLst>
          </p:cNvPr>
          <p:cNvSpPr/>
          <p:nvPr/>
        </p:nvSpPr>
        <p:spPr>
          <a:xfrm>
            <a:off x="2633885" y="1930694"/>
            <a:ext cx="151206" cy="189003"/>
          </a:xfrm>
          <a:prstGeom prst="parallelogram">
            <a:avLst>
              <a:gd name="adj" fmla="val 51629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20">
            <a:extLst>
              <a:ext uri="{FF2B5EF4-FFF2-40B4-BE49-F238E27FC236}">
                <a16:creationId xmlns:a16="http://schemas.microsoft.com/office/drawing/2014/main" id="{943B0D7C-2846-2BD5-56A4-43596B3C9C7F}"/>
              </a:ext>
            </a:extLst>
          </p:cNvPr>
          <p:cNvSpPr/>
          <p:nvPr/>
        </p:nvSpPr>
        <p:spPr>
          <a:xfrm>
            <a:off x="2459264" y="1869012"/>
            <a:ext cx="1876425" cy="6168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21">
            <a:extLst>
              <a:ext uri="{FF2B5EF4-FFF2-40B4-BE49-F238E27FC236}">
                <a16:creationId xmlns:a16="http://schemas.microsoft.com/office/drawing/2014/main" id="{17ADA884-37C2-2E40-2192-8FBA62B3A016}"/>
              </a:ext>
            </a:extLst>
          </p:cNvPr>
          <p:cNvSpPr/>
          <p:nvPr/>
        </p:nvSpPr>
        <p:spPr>
          <a:xfrm>
            <a:off x="2364808" y="1764216"/>
            <a:ext cx="2164080" cy="1079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平行四边形 22">
            <a:extLst>
              <a:ext uri="{FF2B5EF4-FFF2-40B4-BE49-F238E27FC236}">
                <a16:creationId xmlns:a16="http://schemas.microsoft.com/office/drawing/2014/main" id="{B8E6F9B3-ADE5-75F6-76F0-FE263EED224A}"/>
              </a:ext>
            </a:extLst>
          </p:cNvPr>
          <p:cNvSpPr/>
          <p:nvPr/>
        </p:nvSpPr>
        <p:spPr>
          <a:xfrm flipH="1">
            <a:off x="4010023" y="1930694"/>
            <a:ext cx="151206" cy="189003"/>
          </a:xfrm>
          <a:prstGeom prst="parallelogram">
            <a:avLst>
              <a:gd name="adj" fmla="val 51629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矩形 23">
            <a:extLst>
              <a:ext uri="{FF2B5EF4-FFF2-40B4-BE49-F238E27FC236}">
                <a16:creationId xmlns:a16="http://schemas.microsoft.com/office/drawing/2014/main" id="{079E2F54-12EF-6182-A8BC-25CF7147D136}"/>
              </a:ext>
            </a:extLst>
          </p:cNvPr>
          <p:cNvSpPr/>
          <p:nvPr/>
        </p:nvSpPr>
        <p:spPr>
          <a:xfrm>
            <a:off x="4087154" y="2057772"/>
            <a:ext cx="180755" cy="61358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32">
            <a:extLst>
              <a:ext uri="{FF2B5EF4-FFF2-40B4-BE49-F238E27FC236}">
                <a16:creationId xmlns:a16="http://schemas.microsoft.com/office/drawing/2014/main" id="{2AAED2FA-0DB5-E839-443A-D3777EDA6941}"/>
              </a:ext>
            </a:extLst>
          </p:cNvPr>
          <p:cNvCxnSpPr>
            <a:cxnSpLocks/>
          </p:cNvCxnSpPr>
          <p:nvPr/>
        </p:nvCxnSpPr>
        <p:spPr>
          <a:xfrm flipV="1">
            <a:off x="2479742" y="3864760"/>
            <a:ext cx="0" cy="391589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33">
            <a:extLst>
              <a:ext uri="{FF2B5EF4-FFF2-40B4-BE49-F238E27FC236}">
                <a16:creationId xmlns:a16="http://schemas.microsoft.com/office/drawing/2014/main" id="{EC7E9C66-DA0C-AF41-B3B8-D9A450E0C371}"/>
              </a:ext>
            </a:extLst>
          </p:cNvPr>
          <p:cNvCxnSpPr>
            <a:cxnSpLocks/>
          </p:cNvCxnSpPr>
          <p:nvPr/>
        </p:nvCxnSpPr>
        <p:spPr>
          <a:xfrm flipV="1">
            <a:off x="4310040" y="3867539"/>
            <a:ext cx="0" cy="38881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34">
                <a:extLst>
                  <a:ext uri="{FF2B5EF4-FFF2-40B4-BE49-F238E27FC236}">
                    <a16:creationId xmlns:a16="http://schemas.microsoft.com/office/drawing/2014/main" id="{9BFF6D14-AAFB-1623-268A-38D518B54B1E}"/>
                  </a:ext>
                </a:extLst>
              </p:cNvPr>
              <p:cNvSpPr txBox="1"/>
              <p:nvPr/>
            </p:nvSpPr>
            <p:spPr>
              <a:xfrm>
                <a:off x="3006804" y="4069635"/>
                <a:ext cx="678326" cy="3940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altLang="zh-CN" b="0" i="0" smtClean="0">
                              <a:latin typeface="Cambria Math" panose="02040503050406030204" pitchFamily="18" charset="0"/>
                            </a:rPr>
                            <m:t>pad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9" name="文本框 34">
                <a:extLst>
                  <a:ext uri="{FF2B5EF4-FFF2-40B4-BE49-F238E27FC236}">
                    <a16:creationId xmlns:a16="http://schemas.microsoft.com/office/drawing/2014/main" id="{9BFF6D14-AAFB-1623-268A-38D518B54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804" y="4069635"/>
                <a:ext cx="678326" cy="394019"/>
              </a:xfrm>
              <a:prstGeom prst="rect">
                <a:avLst/>
              </a:prstGeom>
              <a:blipFill>
                <a:blip r:embed="rId2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接箭头连接符 36">
            <a:extLst>
              <a:ext uri="{FF2B5EF4-FFF2-40B4-BE49-F238E27FC236}">
                <a16:creationId xmlns:a16="http://schemas.microsoft.com/office/drawing/2014/main" id="{074EC014-F403-2BFF-3F93-B22432857656}"/>
              </a:ext>
            </a:extLst>
          </p:cNvPr>
          <p:cNvCxnSpPr>
            <a:cxnSpLocks/>
          </p:cNvCxnSpPr>
          <p:nvPr/>
        </p:nvCxnSpPr>
        <p:spPr>
          <a:xfrm flipH="1">
            <a:off x="2514044" y="4267565"/>
            <a:ext cx="4927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37">
            <a:extLst>
              <a:ext uri="{FF2B5EF4-FFF2-40B4-BE49-F238E27FC236}">
                <a16:creationId xmlns:a16="http://schemas.microsoft.com/office/drawing/2014/main" id="{6A3A3ED7-3F99-E95A-8949-4FC76F790AB5}"/>
              </a:ext>
            </a:extLst>
          </p:cNvPr>
          <p:cNvCxnSpPr>
            <a:cxnSpLocks/>
          </p:cNvCxnSpPr>
          <p:nvPr/>
        </p:nvCxnSpPr>
        <p:spPr>
          <a:xfrm>
            <a:off x="3774013" y="4267565"/>
            <a:ext cx="4927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38">
            <a:extLst>
              <a:ext uri="{FF2B5EF4-FFF2-40B4-BE49-F238E27FC236}">
                <a16:creationId xmlns:a16="http://schemas.microsoft.com/office/drawing/2014/main" id="{DB77A8F7-F180-CFF7-24BD-13186EF79739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558066" y="3609680"/>
            <a:ext cx="0" cy="48768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40">
            <a:extLst>
              <a:ext uri="{FF2B5EF4-FFF2-40B4-BE49-F238E27FC236}">
                <a16:creationId xmlns:a16="http://schemas.microsoft.com/office/drawing/2014/main" id="{2BA61931-7759-B1F8-A5FD-91787F9D8380}"/>
              </a:ext>
            </a:extLst>
          </p:cNvPr>
          <p:cNvCxnSpPr>
            <a:cxnSpLocks/>
          </p:cNvCxnSpPr>
          <p:nvPr/>
        </p:nvCxnSpPr>
        <p:spPr>
          <a:xfrm>
            <a:off x="4118042" y="3681880"/>
            <a:ext cx="683864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41">
                <a:extLst>
                  <a:ext uri="{FF2B5EF4-FFF2-40B4-BE49-F238E27FC236}">
                    <a16:creationId xmlns:a16="http://schemas.microsoft.com/office/drawing/2014/main" id="{6BBFA5D5-5554-D3FE-1E80-8BCB11E0A820}"/>
                  </a:ext>
                </a:extLst>
              </p:cNvPr>
              <p:cNvSpPr txBox="1"/>
              <p:nvPr/>
            </p:nvSpPr>
            <p:spPr>
              <a:xfrm>
                <a:off x="4794286" y="3564136"/>
                <a:ext cx="633250" cy="3940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altLang="zh-CN" b="0" i="0" smtClean="0">
                              <a:latin typeface="Cambria Math" panose="02040503050406030204" pitchFamily="18" charset="0"/>
                            </a:rPr>
                            <m:t>pad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4" name="文本框 41">
                <a:extLst>
                  <a:ext uri="{FF2B5EF4-FFF2-40B4-BE49-F238E27FC236}">
                    <a16:creationId xmlns:a16="http://schemas.microsoft.com/office/drawing/2014/main" id="{6BBFA5D5-5554-D3FE-1E80-8BCB11E0A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4286" y="3564136"/>
                <a:ext cx="633250" cy="394019"/>
              </a:xfrm>
              <a:prstGeom prst="rect">
                <a:avLst/>
              </a:prstGeom>
              <a:blipFill>
                <a:blip r:embed="rId3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箭头连接符 44">
            <a:extLst>
              <a:ext uri="{FF2B5EF4-FFF2-40B4-BE49-F238E27FC236}">
                <a16:creationId xmlns:a16="http://schemas.microsoft.com/office/drawing/2014/main" id="{19D68F92-9C17-4799-F871-079E3D255337}"/>
              </a:ext>
            </a:extLst>
          </p:cNvPr>
          <p:cNvCxnSpPr>
            <a:cxnSpLocks/>
          </p:cNvCxnSpPr>
          <p:nvPr/>
        </p:nvCxnSpPr>
        <p:spPr>
          <a:xfrm flipV="1">
            <a:off x="4776291" y="3670115"/>
            <a:ext cx="0" cy="20988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48">
            <a:extLst>
              <a:ext uri="{FF2B5EF4-FFF2-40B4-BE49-F238E27FC236}">
                <a16:creationId xmlns:a16="http://schemas.microsoft.com/office/drawing/2014/main" id="{72A36516-94F5-1AFE-C805-C9CDC98A6AD3}"/>
              </a:ext>
            </a:extLst>
          </p:cNvPr>
          <p:cNvCxnSpPr>
            <a:cxnSpLocks/>
          </p:cNvCxnSpPr>
          <p:nvPr/>
        </p:nvCxnSpPr>
        <p:spPr>
          <a:xfrm flipV="1">
            <a:off x="2134938" y="2813200"/>
            <a:ext cx="0" cy="391589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49">
            <a:extLst>
              <a:ext uri="{FF2B5EF4-FFF2-40B4-BE49-F238E27FC236}">
                <a16:creationId xmlns:a16="http://schemas.microsoft.com/office/drawing/2014/main" id="{28E8C7AA-D4FA-16DD-3140-C5AC95B412C6}"/>
              </a:ext>
            </a:extLst>
          </p:cNvPr>
          <p:cNvCxnSpPr>
            <a:cxnSpLocks/>
          </p:cNvCxnSpPr>
          <p:nvPr/>
        </p:nvCxnSpPr>
        <p:spPr>
          <a:xfrm flipV="1">
            <a:off x="2532826" y="2813200"/>
            <a:ext cx="0" cy="38881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51">
            <a:extLst>
              <a:ext uri="{FF2B5EF4-FFF2-40B4-BE49-F238E27FC236}">
                <a16:creationId xmlns:a16="http://schemas.microsoft.com/office/drawing/2014/main" id="{C5247297-5E4F-5227-3488-B56F169CA607}"/>
              </a:ext>
            </a:extLst>
          </p:cNvPr>
          <p:cNvCxnSpPr/>
          <p:nvPr/>
        </p:nvCxnSpPr>
        <p:spPr>
          <a:xfrm>
            <a:off x="2142558" y="3026662"/>
            <a:ext cx="379106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52">
                <a:extLst>
                  <a:ext uri="{FF2B5EF4-FFF2-40B4-BE49-F238E27FC236}">
                    <a16:creationId xmlns:a16="http://schemas.microsoft.com/office/drawing/2014/main" id="{B4D3E390-0BB2-3EA2-2405-C25CA859BA9F}"/>
                  </a:ext>
                </a:extLst>
              </p:cNvPr>
              <p:cNvSpPr txBox="1"/>
              <p:nvPr/>
            </p:nvSpPr>
            <p:spPr>
              <a:xfrm>
                <a:off x="2144125" y="2453403"/>
                <a:ext cx="625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altLang="zh-CN" b="0" i="0" smtClean="0">
                              <a:latin typeface="Cambria Math" panose="02040503050406030204" pitchFamily="18" charset="0"/>
                            </a:rPr>
                            <m:t>del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9" name="文本框 52">
                <a:extLst>
                  <a:ext uri="{FF2B5EF4-FFF2-40B4-BE49-F238E27FC236}">
                    <a16:creationId xmlns:a16="http://schemas.microsoft.com/office/drawing/2014/main" id="{B4D3E390-0BB2-3EA2-2405-C25CA859B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4125" y="2453403"/>
                <a:ext cx="62542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接箭头连接符 57">
            <a:extLst>
              <a:ext uri="{FF2B5EF4-FFF2-40B4-BE49-F238E27FC236}">
                <a16:creationId xmlns:a16="http://schemas.microsoft.com/office/drawing/2014/main" id="{C66D4462-DB2E-230E-EEA7-B8CAA4DB4266}"/>
              </a:ext>
            </a:extLst>
          </p:cNvPr>
          <p:cNvCxnSpPr>
            <a:cxnSpLocks/>
          </p:cNvCxnSpPr>
          <p:nvPr/>
        </p:nvCxnSpPr>
        <p:spPr>
          <a:xfrm>
            <a:off x="4276009" y="2088451"/>
            <a:ext cx="19920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59">
                <a:extLst>
                  <a:ext uri="{FF2B5EF4-FFF2-40B4-BE49-F238E27FC236}">
                    <a16:creationId xmlns:a16="http://schemas.microsoft.com/office/drawing/2014/main" id="{09F91885-7197-2E58-95DC-2DF0A89116DA}"/>
                  </a:ext>
                </a:extLst>
              </p:cNvPr>
              <p:cNvSpPr txBox="1"/>
              <p:nvPr/>
            </p:nvSpPr>
            <p:spPr>
              <a:xfrm>
                <a:off x="4434559" y="1895168"/>
                <a:ext cx="6925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altLang="zh-CN" b="0" i="0" smtClean="0">
                              <a:latin typeface="Cambria Math" panose="02040503050406030204" pitchFamily="18" charset="0"/>
                            </a:rPr>
                            <m:t>ubm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1" name="文本框 59">
                <a:extLst>
                  <a:ext uri="{FF2B5EF4-FFF2-40B4-BE49-F238E27FC236}">
                    <a16:creationId xmlns:a16="http://schemas.microsoft.com/office/drawing/2014/main" id="{09F91885-7197-2E58-95DC-2DF0A8911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559" y="1895168"/>
                <a:ext cx="692561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64">
                <a:extLst>
                  <a:ext uri="{FF2B5EF4-FFF2-40B4-BE49-F238E27FC236}">
                    <a16:creationId xmlns:a16="http://schemas.microsoft.com/office/drawing/2014/main" id="{73EA87E7-47EB-1079-3C03-BE8B8FE4F9D3}"/>
                  </a:ext>
                </a:extLst>
              </p:cNvPr>
              <p:cNvSpPr txBox="1"/>
              <p:nvPr/>
            </p:nvSpPr>
            <p:spPr>
              <a:xfrm>
                <a:off x="1347482" y="2650413"/>
                <a:ext cx="6719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altLang="zh-CN" b="0" i="0" smtClean="0">
                              <a:latin typeface="Cambria Math" panose="02040503050406030204" pitchFamily="18" charset="0"/>
                            </a:rPr>
                            <m:t>ball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2" name="文本框 64">
                <a:extLst>
                  <a:ext uri="{FF2B5EF4-FFF2-40B4-BE49-F238E27FC236}">
                    <a16:creationId xmlns:a16="http://schemas.microsoft.com/office/drawing/2014/main" id="{73EA87E7-47EB-1079-3C03-BE8B8FE4F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7482" y="2650413"/>
                <a:ext cx="671915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65">
            <a:extLst>
              <a:ext uri="{FF2B5EF4-FFF2-40B4-BE49-F238E27FC236}">
                <a16:creationId xmlns:a16="http://schemas.microsoft.com/office/drawing/2014/main" id="{71B99A2D-F457-70DF-B787-BA3573F0FADA}"/>
              </a:ext>
            </a:extLst>
          </p:cNvPr>
          <p:cNvCxnSpPr>
            <a:cxnSpLocks/>
          </p:cNvCxnSpPr>
          <p:nvPr/>
        </p:nvCxnSpPr>
        <p:spPr>
          <a:xfrm>
            <a:off x="1936817" y="1992274"/>
            <a:ext cx="1484682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67">
            <a:extLst>
              <a:ext uri="{FF2B5EF4-FFF2-40B4-BE49-F238E27FC236}">
                <a16:creationId xmlns:a16="http://schemas.microsoft.com/office/drawing/2014/main" id="{6BFE6BDF-6B0A-7CC4-0E5F-971409CF404F}"/>
              </a:ext>
            </a:extLst>
          </p:cNvPr>
          <p:cNvCxnSpPr>
            <a:cxnSpLocks/>
          </p:cNvCxnSpPr>
          <p:nvPr/>
        </p:nvCxnSpPr>
        <p:spPr>
          <a:xfrm>
            <a:off x="1946926" y="3681711"/>
            <a:ext cx="1484682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68">
            <a:extLst>
              <a:ext uri="{FF2B5EF4-FFF2-40B4-BE49-F238E27FC236}">
                <a16:creationId xmlns:a16="http://schemas.microsoft.com/office/drawing/2014/main" id="{F87B1142-BD76-6E5D-FC1D-31929D2ACB2A}"/>
              </a:ext>
            </a:extLst>
          </p:cNvPr>
          <p:cNvCxnSpPr>
            <a:cxnSpLocks/>
          </p:cNvCxnSpPr>
          <p:nvPr/>
        </p:nvCxnSpPr>
        <p:spPr>
          <a:xfrm flipV="1">
            <a:off x="1962166" y="1992376"/>
            <a:ext cx="0" cy="168933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69">
            <a:extLst>
              <a:ext uri="{FF2B5EF4-FFF2-40B4-BE49-F238E27FC236}">
                <a16:creationId xmlns:a16="http://schemas.microsoft.com/office/drawing/2014/main" id="{83E07AD7-19F2-8EFF-E574-E23CE09B280E}"/>
              </a:ext>
            </a:extLst>
          </p:cNvPr>
          <p:cNvCxnSpPr>
            <a:cxnSpLocks/>
          </p:cNvCxnSpPr>
          <p:nvPr/>
        </p:nvCxnSpPr>
        <p:spPr>
          <a:xfrm flipV="1">
            <a:off x="2532826" y="1248687"/>
            <a:ext cx="0" cy="785858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70">
            <a:extLst>
              <a:ext uri="{FF2B5EF4-FFF2-40B4-BE49-F238E27FC236}">
                <a16:creationId xmlns:a16="http://schemas.microsoft.com/office/drawing/2014/main" id="{DAFA7AB6-81CD-39F3-C5F2-CD5F6F9AAD07}"/>
              </a:ext>
            </a:extLst>
          </p:cNvPr>
          <p:cNvCxnSpPr>
            <a:cxnSpLocks/>
          </p:cNvCxnSpPr>
          <p:nvPr/>
        </p:nvCxnSpPr>
        <p:spPr>
          <a:xfrm flipV="1">
            <a:off x="4266581" y="1248687"/>
            <a:ext cx="0" cy="785858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本框 71">
                <a:extLst>
                  <a:ext uri="{FF2B5EF4-FFF2-40B4-BE49-F238E27FC236}">
                    <a16:creationId xmlns:a16="http://schemas.microsoft.com/office/drawing/2014/main" id="{CE3F4E67-F389-FBD0-2888-7426EF1E3216}"/>
                  </a:ext>
                </a:extLst>
              </p:cNvPr>
              <p:cNvSpPr txBox="1"/>
              <p:nvPr/>
            </p:nvSpPr>
            <p:spPr>
              <a:xfrm>
                <a:off x="3052039" y="1062591"/>
                <a:ext cx="7389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altLang="zh-CN" b="0" i="0" smtClean="0">
                              <a:latin typeface="Cambria Math" panose="02040503050406030204" pitchFamily="18" charset="0"/>
                            </a:rPr>
                            <m:t>ubm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8" name="文本框 71">
                <a:extLst>
                  <a:ext uri="{FF2B5EF4-FFF2-40B4-BE49-F238E27FC236}">
                    <a16:creationId xmlns:a16="http://schemas.microsoft.com/office/drawing/2014/main" id="{CE3F4E67-F389-FBD0-2888-7426EF1E3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039" y="1062591"/>
                <a:ext cx="73892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接箭头连接符 72">
            <a:extLst>
              <a:ext uri="{FF2B5EF4-FFF2-40B4-BE49-F238E27FC236}">
                <a16:creationId xmlns:a16="http://schemas.microsoft.com/office/drawing/2014/main" id="{CAAEF860-14D0-E92C-E928-B30B76FE844C}"/>
              </a:ext>
            </a:extLst>
          </p:cNvPr>
          <p:cNvCxnSpPr>
            <a:cxnSpLocks/>
          </p:cNvCxnSpPr>
          <p:nvPr/>
        </p:nvCxnSpPr>
        <p:spPr>
          <a:xfrm flipH="1">
            <a:off x="2523173" y="1272759"/>
            <a:ext cx="4927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73">
            <a:extLst>
              <a:ext uri="{FF2B5EF4-FFF2-40B4-BE49-F238E27FC236}">
                <a16:creationId xmlns:a16="http://schemas.microsoft.com/office/drawing/2014/main" id="{11D78BCD-D451-10B4-4159-45779EAE517B}"/>
              </a:ext>
            </a:extLst>
          </p:cNvPr>
          <p:cNvCxnSpPr>
            <a:cxnSpLocks/>
          </p:cNvCxnSpPr>
          <p:nvPr/>
        </p:nvCxnSpPr>
        <p:spPr>
          <a:xfrm>
            <a:off x="3783142" y="1272759"/>
            <a:ext cx="4927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74">
            <a:extLst>
              <a:ext uri="{FF2B5EF4-FFF2-40B4-BE49-F238E27FC236}">
                <a16:creationId xmlns:a16="http://schemas.microsoft.com/office/drawing/2014/main" id="{88EF6689-4377-2960-C7D9-C2A640BD7C68}"/>
              </a:ext>
            </a:extLst>
          </p:cNvPr>
          <p:cNvCxnSpPr>
            <a:cxnSpLocks/>
          </p:cNvCxnSpPr>
          <p:nvPr/>
        </p:nvCxnSpPr>
        <p:spPr>
          <a:xfrm flipV="1">
            <a:off x="2715770" y="1632202"/>
            <a:ext cx="0" cy="298491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78">
            <a:extLst>
              <a:ext uri="{FF2B5EF4-FFF2-40B4-BE49-F238E27FC236}">
                <a16:creationId xmlns:a16="http://schemas.microsoft.com/office/drawing/2014/main" id="{0A6FBBB7-7357-A281-527C-7D4E41E285F1}"/>
              </a:ext>
            </a:extLst>
          </p:cNvPr>
          <p:cNvCxnSpPr>
            <a:cxnSpLocks/>
          </p:cNvCxnSpPr>
          <p:nvPr/>
        </p:nvCxnSpPr>
        <p:spPr>
          <a:xfrm flipV="1">
            <a:off x="4085626" y="1630210"/>
            <a:ext cx="0" cy="298491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79">
                <a:extLst>
                  <a:ext uri="{FF2B5EF4-FFF2-40B4-BE49-F238E27FC236}">
                    <a16:creationId xmlns:a16="http://schemas.microsoft.com/office/drawing/2014/main" id="{81CC1F50-44EA-8119-C996-8916A8E1E77D}"/>
                  </a:ext>
                </a:extLst>
              </p:cNvPr>
              <p:cNvSpPr txBox="1"/>
              <p:nvPr/>
            </p:nvSpPr>
            <p:spPr>
              <a:xfrm>
                <a:off x="3024102" y="1433542"/>
                <a:ext cx="750462" cy="3940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altLang="zh-CN" b="0" i="0" smtClean="0">
                              <a:latin typeface="Cambria Math" panose="02040503050406030204" pitchFamily="18" charset="0"/>
                            </a:rPr>
                            <m:t>rep</m:t>
                          </m:r>
                          <m:r>
                            <a:rPr lang="en-GB" altLang="zh-C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3" name="文本框 79">
                <a:extLst>
                  <a:ext uri="{FF2B5EF4-FFF2-40B4-BE49-F238E27FC236}">
                    <a16:creationId xmlns:a16="http://schemas.microsoft.com/office/drawing/2014/main" id="{81CC1F50-44EA-8119-C996-8916A8E1E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4102" y="1433542"/>
                <a:ext cx="750462" cy="394019"/>
              </a:xfrm>
              <a:prstGeom prst="rect">
                <a:avLst/>
              </a:prstGeom>
              <a:blipFill>
                <a:blip r:embed="rId8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直接箭头连接符 80">
            <a:extLst>
              <a:ext uri="{FF2B5EF4-FFF2-40B4-BE49-F238E27FC236}">
                <a16:creationId xmlns:a16="http://schemas.microsoft.com/office/drawing/2014/main" id="{86CCBB68-1842-0B78-C2AE-A7092EAB83A5}"/>
              </a:ext>
            </a:extLst>
          </p:cNvPr>
          <p:cNvCxnSpPr>
            <a:cxnSpLocks/>
          </p:cNvCxnSpPr>
          <p:nvPr/>
        </p:nvCxnSpPr>
        <p:spPr>
          <a:xfrm flipV="1">
            <a:off x="3766393" y="1636527"/>
            <a:ext cx="32876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82">
            <a:extLst>
              <a:ext uri="{FF2B5EF4-FFF2-40B4-BE49-F238E27FC236}">
                <a16:creationId xmlns:a16="http://schemas.microsoft.com/office/drawing/2014/main" id="{965FFF52-AE36-2131-2903-C46D161DAF19}"/>
              </a:ext>
            </a:extLst>
          </p:cNvPr>
          <p:cNvCxnSpPr>
            <a:cxnSpLocks/>
          </p:cNvCxnSpPr>
          <p:nvPr/>
        </p:nvCxnSpPr>
        <p:spPr>
          <a:xfrm flipH="1" flipV="1">
            <a:off x="2715770" y="1641616"/>
            <a:ext cx="32876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文本框 84">
            <a:extLst>
              <a:ext uri="{FF2B5EF4-FFF2-40B4-BE49-F238E27FC236}">
                <a16:creationId xmlns:a16="http://schemas.microsoft.com/office/drawing/2014/main" id="{EA28D7A3-6BDE-2E56-E1E4-1B8C2DE57A6D}"/>
              </a:ext>
            </a:extLst>
          </p:cNvPr>
          <p:cNvSpPr txBox="1"/>
          <p:nvPr/>
        </p:nvSpPr>
        <p:spPr>
          <a:xfrm>
            <a:off x="2972207" y="3681254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 pad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文本框 84">
            <a:extLst>
              <a:ext uri="{FF2B5EF4-FFF2-40B4-BE49-F238E27FC236}">
                <a16:creationId xmlns:a16="http://schemas.microsoft.com/office/drawing/2014/main" id="{3AD97EF6-6A32-48B0-1825-E56CC8254EBC}"/>
              </a:ext>
            </a:extLst>
          </p:cNvPr>
          <p:cNvSpPr txBox="1"/>
          <p:nvPr/>
        </p:nvSpPr>
        <p:spPr>
          <a:xfrm>
            <a:off x="2671688" y="2770917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Solder bump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文本框 84">
            <a:extLst>
              <a:ext uri="{FF2B5EF4-FFF2-40B4-BE49-F238E27FC236}">
                <a16:creationId xmlns:a16="http://schemas.microsoft.com/office/drawing/2014/main" id="{FCAB3DB9-E578-5CAE-DB46-4FA1B26D0CE1}"/>
              </a:ext>
            </a:extLst>
          </p:cNvPr>
          <p:cNvSpPr txBox="1"/>
          <p:nvPr/>
        </p:nvSpPr>
        <p:spPr>
          <a:xfrm>
            <a:off x="3322459" y="2092797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UBM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E17EC24-3DB8-A573-50FF-11807AF79E80}"/>
              </a:ext>
            </a:extLst>
          </p:cNvPr>
          <p:cNvCxnSpPr>
            <a:cxnSpLocks/>
            <a:stCxn id="47" idx="0"/>
          </p:cNvCxnSpPr>
          <p:nvPr/>
        </p:nvCxnSpPr>
        <p:spPr>
          <a:xfrm flipV="1">
            <a:off x="3654441" y="1962294"/>
            <a:ext cx="0" cy="206483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2952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5">
            <a:extLst>
              <a:ext uri="{FF2B5EF4-FFF2-40B4-BE49-F238E27FC236}">
                <a16:creationId xmlns:a16="http://schemas.microsoft.com/office/drawing/2014/main" id="{8B712A12-09F0-5367-83B1-A9C9A630F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6005" y="387943"/>
            <a:ext cx="4043479" cy="3041058"/>
          </a:xfrm>
          <a:prstGeom prst="rect">
            <a:avLst/>
          </a:prstGeom>
        </p:spPr>
      </p:pic>
      <p:pic>
        <p:nvPicPr>
          <p:cNvPr id="59" name="图片 4">
            <a:extLst>
              <a:ext uri="{FF2B5EF4-FFF2-40B4-BE49-F238E27FC236}">
                <a16:creationId xmlns:a16="http://schemas.microsoft.com/office/drawing/2014/main" id="{71BFC070-91D5-8F3C-95FD-9139BA9A49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524" y="387943"/>
            <a:ext cx="4043481" cy="3041057"/>
          </a:xfrm>
          <a:prstGeom prst="rect">
            <a:avLst/>
          </a:prstGeom>
        </p:spPr>
      </p:pic>
      <p:pic>
        <p:nvPicPr>
          <p:cNvPr id="60" name="图片 7">
            <a:extLst>
              <a:ext uri="{FF2B5EF4-FFF2-40B4-BE49-F238E27FC236}">
                <a16:creationId xmlns:a16="http://schemas.microsoft.com/office/drawing/2014/main" id="{DA3DCD6C-B6D4-3A6D-51E9-251049358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619" y="3429000"/>
            <a:ext cx="4043481" cy="304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08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2">
            <a:extLst>
              <a:ext uri="{FF2B5EF4-FFF2-40B4-BE49-F238E27FC236}">
                <a16:creationId xmlns:a16="http://schemas.microsoft.com/office/drawing/2014/main" id="{2E0D6D79-0A24-8707-ADC8-6C0F7F24A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38" y="962244"/>
            <a:ext cx="10428523" cy="470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872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88">
            <a:extLst>
              <a:ext uri="{FF2B5EF4-FFF2-40B4-BE49-F238E27FC236}">
                <a16:creationId xmlns:a16="http://schemas.microsoft.com/office/drawing/2014/main" id="{EE8E1AC1-E6C1-50ED-8544-460946A3F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832" y="1097078"/>
            <a:ext cx="5992335" cy="466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160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12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Royal Netherlands Aerospace Centre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Guo, Leo</dc:creator>
  <cp:lastModifiedBy>Guo, Leo</cp:lastModifiedBy>
  <cp:revision>21</cp:revision>
  <dcterms:created xsi:type="dcterms:W3CDTF">2026-02-10T12:15:27Z</dcterms:created>
  <dcterms:modified xsi:type="dcterms:W3CDTF">2026-02-10T18:08:12Z</dcterms:modified>
</cp:coreProperties>
</file>