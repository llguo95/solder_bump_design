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200" d="100"/>
          <a:sy n="200" d="100"/>
        </p:scale>
        <p:origin x="144" y="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083C7-8C8E-BFD9-F6BA-6173D8A40E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28B5C0-B96E-A070-4D7A-20F8D04D2B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ABC3E-8724-BF10-61AB-6A3827D10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17F0E-B653-4149-AF6A-5F79BF4492E4}" type="datetimeFigureOut">
              <a:rPr lang="nl-NL" smtClean="0"/>
              <a:t>10-2-2026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D46502-DACC-1EE0-ABBB-F643BCE50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E9E942-3602-8914-4B55-4F187B7EC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041CB-C970-45D7-AFC9-CAD68103ABB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3933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B18A6-2E69-5D4A-C1F8-B25FB0EDF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426BD6-1294-C8F2-7B4F-69D40785A2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473BE2-2A60-F6B8-1929-4C1132ACD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17F0E-B653-4149-AF6A-5F79BF4492E4}" type="datetimeFigureOut">
              <a:rPr lang="nl-NL" smtClean="0"/>
              <a:t>10-2-2026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309531-D4A7-B881-8A3D-4869D69F3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21360-55B3-9EA8-471B-64E006665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041CB-C970-45D7-AFC9-CAD68103ABB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20200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DD68E-E78C-2E8F-CA24-FA7D48582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7ED814-2538-DA8D-8E6C-ADFA61EC01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337AC2-E6DA-4BE5-392A-C29E19AD1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17F0E-B653-4149-AF6A-5F79BF4492E4}" type="datetimeFigureOut">
              <a:rPr lang="nl-NL" smtClean="0"/>
              <a:t>10-2-2026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EEB732-DD5F-476B-8B19-0C4EE067F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A2E376-3151-C387-99A0-049A04B99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041CB-C970-45D7-AFC9-CAD68103ABB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37036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E0BD2-DED3-610A-68A6-B4EE757AE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21838D-36B3-DA41-2A68-A4018C5BFE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5CF9A7-CE87-2393-15DB-197A917BEA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94BDFB-BBBF-5059-C520-D5D321715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17F0E-B653-4149-AF6A-5F79BF4492E4}" type="datetimeFigureOut">
              <a:rPr lang="nl-NL" smtClean="0"/>
              <a:t>10-2-2026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002B66-B107-835C-A919-43D5F44CB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C02153-C1E4-F804-0EE2-D67FF6B45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041CB-C970-45D7-AFC9-CAD68103ABB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13202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50123-B0A1-FA01-6388-81B1394CD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601C3C-9086-2CD1-1AC7-D151ED1B30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C2A5FB-DBE2-C5EA-6338-7FCE216272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408862-63A4-EF49-3DC2-81FDF2362D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6EB12F-7682-2722-C138-BD1F873C19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A7749-06B1-59C1-8C13-3097F5A1D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17F0E-B653-4149-AF6A-5F79BF4492E4}" type="datetimeFigureOut">
              <a:rPr lang="nl-NL" smtClean="0"/>
              <a:t>10-2-2026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152179-199D-BDE4-AB7F-C6D989BB5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9B2A0F-2E95-685B-60A9-F41168CC6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041CB-C970-45D7-AFC9-CAD68103ABB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921457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F358D-57FB-5550-A941-5B3F1773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176F26-DF50-18CD-CD27-05FB6AC06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17F0E-B653-4149-AF6A-5F79BF4492E4}" type="datetimeFigureOut">
              <a:rPr lang="nl-NL" smtClean="0"/>
              <a:t>10-2-2026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87901B-9D88-31E9-5182-D91E12F48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60C841-B5C3-50DF-26D1-066A815D3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041CB-C970-45D7-AFC9-CAD68103ABB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737046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57BFDD-2CAA-88D9-C9FD-C8681C539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17F0E-B653-4149-AF6A-5F79BF4492E4}" type="datetimeFigureOut">
              <a:rPr lang="nl-NL" smtClean="0"/>
              <a:t>10-2-2026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6726C1-FF4D-C358-1484-661B25282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6D71BF-8B60-29DE-4A63-655445414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041CB-C970-45D7-AFC9-CAD68103ABB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032570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23A7B-8CA8-CA73-E049-7342CB298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893EAD-716B-8FE8-AEE5-60AADFBD29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88A21A-B32B-501A-8A4A-6D361AFEB5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BDA181-D954-EFB3-A5E3-50EC52856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17F0E-B653-4149-AF6A-5F79BF4492E4}" type="datetimeFigureOut">
              <a:rPr lang="nl-NL" smtClean="0"/>
              <a:t>10-2-2026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8B30EC-FE39-77C2-EB58-99648BC00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83ADB-161D-5976-24F0-AA3E89889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041CB-C970-45D7-AFC9-CAD68103ABB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20592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D9668-56CF-9E18-671D-5478AD74F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EBD135-1F3D-FCB0-E984-68B940836E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631697-F669-1F23-5F3F-27EEACEDC9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2CA375-E6F2-7F0C-9E63-7E07C3166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17F0E-B653-4149-AF6A-5F79BF4492E4}" type="datetimeFigureOut">
              <a:rPr lang="nl-NL" smtClean="0"/>
              <a:t>10-2-2026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C7CDEA-D0B6-0A79-F0DF-88DAA7706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041577-07EE-A66A-E79A-0597CE767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041CB-C970-45D7-AFC9-CAD68103ABB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4983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E6A62-BB1E-B922-3B95-0284F048B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6B7735-B91A-0E1B-44E5-4C81DE0AD8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000F26-88A2-77EB-92C5-603F3C390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17F0E-B653-4149-AF6A-5F79BF4492E4}" type="datetimeFigureOut">
              <a:rPr lang="nl-NL" smtClean="0"/>
              <a:t>10-2-2026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7AFB38-54F3-A12C-4A88-C803F7A6F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034BA0-FB65-6BB8-AAAF-EA9F3CEE8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041CB-C970-45D7-AFC9-CAD68103ABB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6490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365DAE-CB09-5322-2E13-3CE7D39C68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5F372F-644F-471A-03B6-A603D77C7E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4BED32-263F-EDFC-3B66-D3D967FE6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17F0E-B653-4149-AF6A-5F79BF4492E4}" type="datetimeFigureOut">
              <a:rPr lang="nl-NL" smtClean="0"/>
              <a:t>10-2-2026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720F7-97D8-4962-33EB-D44723C7B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FE47FD-0A0A-599D-49CA-CDF6B991F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041CB-C970-45D7-AFC9-CAD68103ABB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328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A3169C-3978-2E28-0635-7C51AF1C78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E83F18-1977-E09C-C91C-82EB92E175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D8B374-E6BB-ABB8-0E0D-24C4321CE7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217F0E-B653-4149-AF6A-5F79BF4492E4}" type="datetimeFigureOut">
              <a:rPr lang="nl-NL" smtClean="0"/>
              <a:t>10-2-2026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4971A-A4E1-403E-6C03-D4E96ADBD7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A5AA0A-72B9-0456-205A-1AC11D62D5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041CB-C970-45D7-AFC9-CAD68103ABB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49546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oup 48">
            <a:extLst>
              <a:ext uri="{FF2B5EF4-FFF2-40B4-BE49-F238E27FC236}">
                <a16:creationId xmlns:a16="http://schemas.microsoft.com/office/drawing/2014/main" id="{A7E2D3D2-1969-2DA5-F8D4-984DC5FF2D7A}"/>
              </a:ext>
            </a:extLst>
          </p:cNvPr>
          <p:cNvGrpSpPr/>
          <p:nvPr/>
        </p:nvGrpSpPr>
        <p:grpSpPr>
          <a:xfrm>
            <a:off x="1347482" y="1062591"/>
            <a:ext cx="4080054" cy="3401063"/>
            <a:chOff x="1852307" y="1348341"/>
            <a:chExt cx="4080054" cy="3401063"/>
          </a:xfrm>
        </p:grpSpPr>
        <p:sp>
          <p:nvSpPr>
            <p:cNvPr id="4" name="椭圆 14">
              <a:extLst>
                <a:ext uri="{FF2B5EF4-FFF2-40B4-BE49-F238E27FC236}">
                  <a16:creationId xmlns:a16="http://schemas.microsoft.com/office/drawing/2014/main" id="{551C5B42-5891-CB03-2DD4-B2E335849C42}"/>
                </a:ext>
              </a:extLst>
            </p:cNvPr>
            <p:cNvSpPr/>
            <p:nvPr/>
          </p:nvSpPr>
          <p:spPr>
            <a:xfrm>
              <a:off x="2639763" y="2069460"/>
              <a:ext cx="2528790" cy="245583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" name="矩形 29">
              <a:extLst>
                <a:ext uri="{FF2B5EF4-FFF2-40B4-BE49-F238E27FC236}">
                  <a16:creationId xmlns:a16="http://schemas.microsoft.com/office/drawing/2014/main" id="{9B3DD08F-74C0-BBB7-8441-94C98D53AFC6}"/>
                </a:ext>
              </a:extLst>
            </p:cNvPr>
            <p:cNvSpPr/>
            <p:nvPr/>
          </p:nvSpPr>
          <p:spPr>
            <a:xfrm>
              <a:off x="4607605" y="2248044"/>
              <a:ext cx="180755" cy="12675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矩形 28">
              <a:extLst>
                <a:ext uri="{FF2B5EF4-FFF2-40B4-BE49-F238E27FC236}">
                  <a16:creationId xmlns:a16="http://schemas.microsoft.com/office/drawing/2014/main" id="{EDEF4DD0-C559-A4F3-499A-7F786A814917}"/>
                </a:ext>
              </a:extLst>
            </p:cNvPr>
            <p:cNvSpPr/>
            <p:nvPr/>
          </p:nvSpPr>
          <p:spPr>
            <a:xfrm>
              <a:off x="3021453" y="2238437"/>
              <a:ext cx="180755" cy="12675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矩形 11">
              <a:extLst>
                <a:ext uri="{FF2B5EF4-FFF2-40B4-BE49-F238E27FC236}">
                  <a16:creationId xmlns:a16="http://schemas.microsoft.com/office/drawing/2014/main" id="{6C9455F5-6632-58CA-4326-BDB71C27D8DE}"/>
                </a:ext>
              </a:extLst>
            </p:cNvPr>
            <p:cNvSpPr/>
            <p:nvPr/>
          </p:nvSpPr>
          <p:spPr>
            <a:xfrm>
              <a:off x="2624419" y="4150510"/>
              <a:ext cx="2559523" cy="183137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8" name="梯形 12">
              <a:extLst>
                <a:ext uri="{FF2B5EF4-FFF2-40B4-BE49-F238E27FC236}">
                  <a16:creationId xmlns:a16="http://schemas.microsoft.com/office/drawing/2014/main" id="{A77BE582-CA3A-DB03-8192-3F979C6CEB4F}"/>
                </a:ext>
              </a:extLst>
            </p:cNvPr>
            <p:cNvSpPr/>
            <p:nvPr/>
          </p:nvSpPr>
          <p:spPr>
            <a:xfrm>
              <a:off x="2984567" y="3967461"/>
              <a:ext cx="1840707" cy="189003"/>
            </a:xfrm>
            <a:prstGeom prst="trapezoid">
              <a:avLst>
                <a:gd name="adj" fmla="val 109615"/>
              </a:avLst>
            </a:prstGeom>
            <a:solidFill>
              <a:srgbClr val="FFC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" name="矩形 15">
              <a:extLst>
                <a:ext uri="{FF2B5EF4-FFF2-40B4-BE49-F238E27FC236}">
                  <a16:creationId xmlns:a16="http://schemas.microsoft.com/office/drawing/2014/main" id="{E7B6882B-B95D-8753-E171-26C4C1458673}"/>
                </a:ext>
              </a:extLst>
            </p:cNvPr>
            <p:cNvSpPr/>
            <p:nvPr/>
          </p:nvSpPr>
          <p:spPr>
            <a:xfrm>
              <a:off x="2441642" y="4332966"/>
              <a:ext cx="2903221" cy="2971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矩形 16">
              <a:extLst>
                <a:ext uri="{FF2B5EF4-FFF2-40B4-BE49-F238E27FC236}">
                  <a16:creationId xmlns:a16="http://schemas.microsoft.com/office/drawing/2014/main" id="{08729FB5-80AE-0E31-C13F-0178D68EDC99}"/>
                </a:ext>
              </a:extLst>
            </p:cNvPr>
            <p:cNvSpPr/>
            <p:nvPr/>
          </p:nvSpPr>
          <p:spPr>
            <a:xfrm>
              <a:off x="3032220" y="2344090"/>
              <a:ext cx="180755" cy="61358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矩形 17">
              <a:extLst>
                <a:ext uri="{FF2B5EF4-FFF2-40B4-BE49-F238E27FC236}">
                  <a16:creationId xmlns:a16="http://schemas.microsoft.com/office/drawing/2014/main" id="{5B04B361-55F5-949C-33EF-57B922950E49}"/>
                </a:ext>
              </a:extLst>
            </p:cNvPr>
            <p:cNvSpPr/>
            <p:nvPr/>
          </p:nvSpPr>
          <p:spPr>
            <a:xfrm>
              <a:off x="3217864" y="2216445"/>
              <a:ext cx="1372587" cy="61681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平行四边形 18">
              <a:extLst>
                <a:ext uri="{FF2B5EF4-FFF2-40B4-BE49-F238E27FC236}">
                  <a16:creationId xmlns:a16="http://schemas.microsoft.com/office/drawing/2014/main" id="{4AB697E1-103F-2F20-B2CA-5F043F251029}"/>
                </a:ext>
              </a:extLst>
            </p:cNvPr>
            <p:cNvSpPr/>
            <p:nvPr/>
          </p:nvSpPr>
          <p:spPr>
            <a:xfrm>
              <a:off x="3138710" y="2216444"/>
              <a:ext cx="151206" cy="189003"/>
            </a:xfrm>
            <a:prstGeom prst="parallelogram">
              <a:avLst>
                <a:gd name="adj" fmla="val 51629"/>
              </a:avLst>
            </a:prstGeom>
            <a:solidFill>
              <a:srgbClr val="FFC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3" name="矩形 20">
              <a:extLst>
                <a:ext uri="{FF2B5EF4-FFF2-40B4-BE49-F238E27FC236}">
                  <a16:creationId xmlns:a16="http://schemas.microsoft.com/office/drawing/2014/main" id="{943B0D7C-2846-2BD5-56A4-43596B3C9C7F}"/>
                </a:ext>
              </a:extLst>
            </p:cNvPr>
            <p:cNvSpPr/>
            <p:nvPr/>
          </p:nvSpPr>
          <p:spPr>
            <a:xfrm>
              <a:off x="2964089" y="2154762"/>
              <a:ext cx="1876425" cy="61681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矩形 21">
              <a:extLst>
                <a:ext uri="{FF2B5EF4-FFF2-40B4-BE49-F238E27FC236}">
                  <a16:creationId xmlns:a16="http://schemas.microsoft.com/office/drawing/2014/main" id="{17ADA884-37C2-2E40-2192-8FBA62B3A016}"/>
                </a:ext>
              </a:extLst>
            </p:cNvPr>
            <p:cNvSpPr/>
            <p:nvPr/>
          </p:nvSpPr>
          <p:spPr>
            <a:xfrm>
              <a:off x="2869633" y="2049966"/>
              <a:ext cx="2164080" cy="10797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平行四边形 22">
              <a:extLst>
                <a:ext uri="{FF2B5EF4-FFF2-40B4-BE49-F238E27FC236}">
                  <a16:creationId xmlns:a16="http://schemas.microsoft.com/office/drawing/2014/main" id="{B8E6F9B3-ADE5-75F6-76F0-FE263EED224A}"/>
                </a:ext>
              </a:extLst>
            </p:cNvPr>
            <p:cNvSpPr/>
            <p:nvPr/>
          </p:nvSpPr>
          <p:spPr>
            <a:xfrm flipH="1">
              <a:off x="4514848" y="2216444"/>
              <a:ext cx="151206" cy="189003"/>
            </a:xfrm>
            <a:prstGeom prst="parallelogram">
              <a:avLst>
                <a:gd name="adj" fmla="val 51629"/>
              </a:avLst>
            </a:prstGeom>
            <a:solidFill>
              <a:srgbClr val="FFC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6" name="矩形 23">
              <a:extLst>
                <a:ext uri="{FF2B5EF4-FFF2-40B4-BE49-F238E27FC236}">
                  <a16:creationId xmlns:a16="http://schemas.microsoft.com/office/drawing/2014/main" id="{079E2F54-12EF-6182-A8BC-25CF7147D136}"/>
                </a:ext>
              </a:extLst>
            </p:cNvPr>
            <p:cNvSpPr/>
            <p:nvPr/>
          </p:nvSpPr>
          <p:spPr>
            <a:xfrm>
              <a:off x="4591979" y="2343522"/>
              <a:ext cx="180755" cy="61358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7" name="直接连接符 32">
              <a:extLst>
                <a:ext uri="{FF2B5EF4-FFF2-40B4-BE49-F238E27FC236}">
                  <a16:creationId xmlns:a16="http://schemas.microsoft.com/office/drawing/2014/main" id="{2AAED2FA-0DB5-E839-443A-D3777EDA69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84567" y="4150510"/>
              <a:ext cx="0" cy="391589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33">
              <a:extLst>
                <a:ext uri="{FF2B5EF4-FFF2-40B4-BE49-F238E27FC236}">
                  <a16:creationId xmlns:a16="http://schemas.microsoft.com/office/drawing/2014/main" id="{EC7E9C66-DA0C-AF41-B3B8-D9A450E0C3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14865" y="4153289"/>
              <a:ext cx="0" cy="388810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文本框 34">
                  <a:extLst>
                    <a:ext uri="{FF2B5EF4-FFF2-40B4-BE49-F238E27FC236}">
                      <a16:creationId xmlns:a16="http://schemas.microsoft.com/office/drawing/2014/main" id="{9BFF6D14-AAFB-1623-268A-38D518B54B1E}"/>
                    </a:ext>
                  </a:extLst>
                </p:cNvPr>
                <p:cNvSpPr txBox="1"/>
                <p:nvPr/>
              </p:nvSpPr>
              <p:spPr>
                <a:xfrm>
                  <a:off x="3511629" y="4355385"/>
                  <a:ext cx="678326" cy="39401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altLang="zh-CN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GB" altLang="zh-CN" b="0" i="0" smtClean="0">
                                <a:latin typeface="Cambria Math" panose="02040503050406030204" pitchFamily="18" charset="0"/>
                              </a:rPr>
                              <m:t>pad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19" name="文本框 34">
                  <a:extLst>
                    <a:ext uri="{FF2B5EF4-FFF2-40B4-BE49-F238E27FC236}">
                      <a16:creationId xmlns:a16="http://schemas.microsoft.com/office/drawing/2014/main" id="{9BFF6D14-AAFB-1623-268A-38D518B54B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1629" y="4355385"/>
                  <a:ext cx="678326" cy="394019"/>
                </a:xfrm>
                <a:prstGeom prst="rect">
                  <a:avLst/>
                </a:prstGeom>
                <a:blipFill>
                  <a:blip r:embed="rId2"/>
                  <a:stretch>
                    <a:fillRect b="-10938"/>
                  </a:stretch>
                </a:blipFill>
              </p:spPr>
              <p:txBody>
                <a:bodyPr/>
                <a:lstStyle/>
                <a:p>
                  <a:r>
                    <a:rPr lang="nl-NL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直接箭头连接符 36">
              <a:extLst>
                <a:ext uri="{FF2B5EF4-FFF2-40B4-BE49-F238E27FC236}">
                  <a16:creationId xmlns:a16="http://schemas.microsoft.com/office/drawing/2014/main" id="{074EC014-F403-2BFF-3F93-B224328576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18869" y="4553315"/>
              <a:ext cx="49276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箭头连接符 37">
              <a:extLst>
                <a:ext uri="{FF2B5EF4-FFF2-40B4-BE49-F238E27FC236}">
                  <a16:creationId xmlns:a16="http://schemas.microsoft.com/office/drawing/2014/main" id="{6A3A3ED7-3F99-E95A-8949-4FC76F790AB5}"/>
                </a:ext>
              </a:extLst>
            </p:cNvPr>
            <p:cNvCxnSpPr>
              <a:cxnSpLocks/>
            </p:cNvCxnSpPr>
            <p:nvPr/>
          </p:nvCxnSpPr>
          <p:spPr>
            <a:xfrm>
              <a:off x="4278838" y="4553315"/>
              <a:ext cx="49276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38">
              <a:extLst>
                <a:ext uri="{FF2B5EF4-FFF2-40B4-BE49-F238E27FC236}">
                  <a16:creationId xmlns:a16="http://schemas.microsoft.com/office/drawing/2014/main" id="{DB77A8F7-F180-CFF7-24BD-13186EF79739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5062891" y="3895430"/>
              <a:ext cx="0" cy="487680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40">
              <a:extLst>
                <a:ext uri="{FF2B5EF4-FFF2-40B4-BE49-F238E27FC236}">
                  <a16:creationId xmlns:a16="http://schemas.microsoft.com/office/drawing/2014/main" id="{2BA61931-7759-B1F8-A5FD-91787F9D8380}"/>
                </a:ext>
              </a:extLst>
            </p:cNvPr>
            <p:cNvCxnSpPr>
              <a:cxnSpLocks/>
            </p:cNvCxnSpPr>
            <p:nvPr/>
          </p:nvCxnSpPr>
          <p:spPr>
            <a:xfrm>
              <a:off x="4622867" y="3967630"/>
              <a:ext cx="683864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文本框 41">
                  <a:extLst>
                    <a:ext uri="{FF2B5EF4-FFF2-40B4-BE49-F238E27FC236}">
                      <a16:creationId xmlns:a16="http://schemas.microsoft.com/office/drawing/2014/main" id="{6BBFA5D5-5554-D3FE-1E80-8BCB11E0A820}"/>
                    </a:ext>
                  </a:extLst>
                </p:cNvPr>
                <p:cNvSpPr txBox="1"/>
                <p:nvPr/>
              </p:nvSpPr>
              <p:spPr>
                <a:xfrm>
                  <a:off x="5299111" y="3849886"/>
                  <a:ext cx="633250" cy="39401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altLang="zh-CN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GB" altLang="zh-CN" b="0" i="0" smtClean="0">
                                <a:latin typeface="Cambria Math" panose="02040503050406030204" pitchFamily="18" charset="0"/>
                              </a:rPr>
                              <m:t>pad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24" name="文本框 41">
                  <a:extLst>
                    <a:ext uri="{FF2B5EF4-FFF2-40B4-BE49-F238E27FC236}">
                      <a16:creationId xmlns:a16="http://schemas.microsoft.com/office/drawing/2014/main" id="{6BBFA5D5-5554-D3FE-1E80-8BCB11E0A8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99111" y="3849886"/>
                  <a:ext cx="633250" cy="394019"/>
                </a:xfrm>
                <a:prstGeom prst="rect">
                  <a:avLst/>
                </a:prstGeom>
                <a:blipFill>
                  <a:blip r:embed="rId3"/>
                  <a:stretch>
                    <a:fillRect b="-10938"/>
                  </a:stretch>
                </a:blipFill>
              </p:spPr>
              <p:txBody>
                <a:bodyPr/>
                <a:lstStyle/>
                <a:p>
                  <a:r>
                    <a:rPr lang="nl-NL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直接箭头连接符 44">
              <a:extLst>
                <a:ext uri="{FF2B5EF4-FFF2-40B4-BE49-F238E27FC236}">
                  <a16:creationId xmlns:a16="http://schemas.microsoft.com/office/drawing/2014/main" id="{19D68F92-9C17-4799-F871-079E3D2553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81116" y="3955865"/>
              <a:ext cx="0" cy="209885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48">
              <a:extLst>
                <a:ext uri="{FF2B5EF4-FFF2-40B4-BE49-F238E27FC236}">
                  <a16:creationId xmlns:a16="http://schemas.microsoft.com/office/drawing/2014/main" id="{72A36516-94F5-1AFE-C805-C9CDC98A6A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9763" y="3098950"/>
              <a:ext cx="0" cy="391589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连接符 49">
              <a:extLst>
                <a:ext uri="{FF2B5EF4-FFF2-40B4-BE49-F238E27FC236}">
                  <a16:creationId xmlns:a16="http://schemas.microsoft.com/office/drawing/2014/main" id="{28E8C7AA-D4FA-16DD-3140-C5AC95B412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37651" y="3098950"/>
              <a:ext cx="0" cy="388810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箭头连接符 51">
              <a:extLst>
                <a:ext uri="{FF2B5EF4-FFF2-40B4-BE49-F238E27FC236}">
                  <a16:creationId xmlns:a16="http://schemas.microsoft.com/office/drawing/2014/main" id="{C5247297-5E4F-5227-3488-B56F169CA607}"/>
                </a:ext>
              </a:extLst>
            </p:cNvPr>
            <p:cNvCxnSpPr/>
            <p:nvPr/>
          </p:nvCxnSpPr>
          <p:spPr>
            <a:xfrm>
              <a:off x="2647383" y="3312412"/>
              <a:ext cx="37910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文本框 52">
                  <a:extLst>
                    <a:ext uri="{FF2B5EF4-FFF2-40B4-BE49-F238E27FC236}">
                      <a16:creationId xmlns:a16="http://schemas.microsoft.com/office/drawing/2014/main" id="{B4D3E390-0BB2-3EA2-2405-C25CA859BA9F}"/>
                    </a:ext>
                  </a:extLst>
                </p:cNvPr>
                <p:cNvSpPr txBox="1"/>
                <p:nvPr/>
              </p:nvSpPr>
              <p:spPr>
                <a:xfrm>
                  <a:off x="2648950" y="2739153"/>
                  <a:ext cx="6254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altLang="zh-CN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GB" altLang="zh-CN" b="0" i="0" smtClean="0">
                                <a:latin typeface="Cambria Math" panose="02040503050406030204" pitchFamily="18" charset="0"/>
                              </a:rPr>
                              <m:t>del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29" name="文本框 52">
                  <a:extLst>
                    <a:ext uri="{FF2B5EF4-FFF2-40B4-BE49-F238E27FC236}">
                      <a16:creationId xmlns:a16="http://schemas.microsoft.com/office/drawing/2014/main" id="{B4D3E390-0BB2-3EA2-2405-C25CA859BA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8950" y="2739153"/>
                  <a:ext cx="62542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NL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直接箭头连接符 57">
              <a:extLst>
                <a:ext uri="{FF2B5EF4-FFF2-40B4-BE49-F238E27FC236}">
                  <a16:creationId xmlns:a16="http://schemas.microsoft.com/office/drawing/2014/main" id="{C66D4462-DB2E-230E-EEA7-B8CAA4DB4266}"/>
                </a:ext>
              </a:extLst>
            </p:cNvPr>
            <p:cNvCxnSpPr>
              <a:cxnSpLocks/>
            </p:cNvCxnSpPr>
            <p:nvPr/>
          </p:nvCxnSpPr>
          <p:spPr>
            <a:xfrm>
              <a:off x="4780834" y="2374201"/>
              <a:ext cx="19920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文本框 59">
                  <a:extLst>
                    <a:ext uri="{FF2B5EF4-FFF2-40B4-BE49-F238E27FC236}">
                      <a16:creationId xmlns:a16="http://schemas.microsoft.com/office/drawing/2014/main" id="{09F91885-7197-2E58-95DC-2DF0A89116DA}"/>
                    </a:ext>
                  </a:extLst>
                </p:cNvPr>
                <p:cNvSpPr txBox="1"/>
                <p:nvPr/>
              </p:nvSpPr>
              <p:spPr>
                <a:xfrm>
                  <a:off x="4939384" y="2180918"/>
                  <a:ext cx="69256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altLang="zh-CN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GB" altLang="zh-CN" b="0" i="0" smtClean="0">
                                <a:latin typeface="Cambria Math" panose="02040503050406030204" pitchFamily="18" charset="0"/>
                              </a:rPr>
                              <m:t>ubm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31" name="文本框 59">
                  <a:extLst>
                    <a:ext uri="{FF2B5EF4-FFF2-40B4-BE49-F238E27FC236}">
                      <a16:creationId xmlns:a16="http://schemas.microsoft.com/office/drawing/2014/main" id="{09F91885-7197-2E58-95DC-2DF0A89116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9384" y="2180918"/>
                  <a:ext cx="692561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nl-N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文本框 64">
                  <a:extLst>
                    <a:ext uri="{FF2B5EF4-FFF2-40B4-BE49-F238E27FC236}">
                      <a16:creationId xmlns:a16="http://schemas.microsoft.com/office/drawing/2014/main" id="{73EA87E7-47EB-1079-3C03-BE8B8FE4F9D3}"/>
                    </a:ext>
                  </a:extLst>
                </p:cNvPr>
                <p:cNvSpPr txBox="1"/>
                <p:nvPr/>
              </p:nvSpPr>
              <p:spPr>
                <a:xfrm>
                  <a:off x="1852307" y="2936163"/>
                  <a:ext cx="67191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altLang="zh-CN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GB" altLang="zh-CN" b="0" i="0" smtClean="0">
                                <a:latin typeface="Cambria Math" panose="02040503050406030204" pitchFamily="18" charset="0"/>
                              </a:rPr>
                              <m:t>ball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32" name="文本框 64">
                  <a:extLst>
                    <a:ext uri="{FF2B5EF4-FFF2-40B4-BE49-F238E27FC236}">
                      <a16:creationId xmlns:a16="http://schemas.microsoft.com/office/drawing/2014/main" id="{73EA87E7-47EB-1079-3C03-BE8B8FE4F9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2307" y="2936163"/>
                  <a:ext cx="671915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nl-NL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直接连接符 65">
              <a:extLst>
                <a:ext uri="{FF2B5EF4-FFF2-40B4-BE49-F238E27FC236}">
                  <a16:creationId xmlns:a16="http://schemas.microsoft.com/office/drawing/2014/main" id="{71B99A2D-F457-70DF-B787-BA3573F0FADA}"/>
                </a:ext>
              </a:extLst>
            </p:cNvPr>
            <p:cNvCxnSpPr>
              <a:cxnSpLocks/>
            </p:cNvCxnSpPr>
            <p:nvPr/>
          </p:nvCxnSpPr>
          <p:spPr>
            <a:xfrm>
              <a:off x="2441642" y="2278024"/>
              <a:ext cx="1484682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67">
              <a:extLst>
                <a:ext uri="{FF2B5EF4-FFF2-40B4-BE49-F238E27FC236}">
                  <a16:creationId xmlns:a16="http://schemas.microsoft.com/office/drawing/2014/main" id="{6BFE6BDF-6B0A-7CC4-0E5F-971409CF404F}"/>
                </a:ext>
              </a:extLst>
            </p:cNvPr>
            <p:cNvCxnSpPr>
              <a:cxnSpLocks/>
            </p:cNvCxnSpPr>
            <p:nvPr/>
          </p:nvCxnSpPr>
          <p:spPr>
            <a:xfrm>
              <a:off x="2451751" y="3967461"/>
              <a:ext cx="1484682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箭头连接符 68">
              <a:extLst>
                <a:ext uri="{FF2B5EF4-FFF2-40B4-BE49-F238E27FC236}">
                  <a16:creationId xmlns:a16="http://schemas.microsoft.com/office/drawing/2014/main" id="{F87B1142-BD76-6E5D-FC1D-31929D2ACB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66991" y="2278126"/>
              <a:ext cx="0" cy="1689335"/>
            </a:xfrm>
            <a:prstGeom prst="straightConnector1">
              <a:avLst/>
            </a:prstGeom>
            <a:ln w="12700">
              <a:solidFill>
                <a:schemeClr val="tx1"/>
              </a:solidFill>
              <a:prstDash val="solid"/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69">
              <a:extLst>
                <a:ext uri="{FF2B5EF4-FFF2-40B4-BE49-F238E27FC236}">
                  <a16:creationId xmlns:a16="http://schemas.microsoft.com/office/drawing/2014/main" id="{83E07AD7-19F2-8EFF-E574-E23CE09B28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37651" y="1534437"/>
              <a:ext cx="0" cy="785858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70">
              <a:extLst>
                <a:ext uri="{FF2B5EF4-FFF2-40B4-BE49-F238E27FC236}">
                  <a16:creationId xmlns:a16="http://schemas.microsoft.com/office/drawing/2014/main" id="{DAFA7AB6-81CD-39F3-C5F2-CD5F6F9AAD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71406" y="1534437"/>
              <a:ext cx="0" cy="785858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文本框 71">
                  <a:extLst>
                    <a:ext uri="{FF2B5EF4-FFF2-40B4-BE49-F238E27FC236}">
                      <a16:creationId xmlns:a16="http://schemas.microsoft.com/office/drawing/2014/main" id="{CE3F4E67-F389-FBD0-2888-7426EF1E3216}"/>
                    </a:ext>
                  </a:extLst>
                </p:cNvPr>
                <p:cNvSpPr txBox="1"/>
                <p:nvPr/>
              </p:nvSpPr>
              <p:spPr>
                <a:xfrm>
                  <a:off x="3556864" y="1348341"/>
                  <a:ext cx="7389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altLang="zh-CN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GB" altLang="zh-CN" b="0" i="0" smtClean="0">
                                <a:latin typeface="Cambria Math" panose="02040503050406030204" pitchFamily="18" charset="0"/>
                              </a:rPr>
                              <m:t>ubm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38" name="文本框 71">
                  <a:extLst>
                    <a:ext uri="{FF2B5EF4-FFF2-40B4-BE49-F238E27FC236}">
                      <a16:creationId xmlns:a16="http://schemas.microsoft.com/office/drawing/2014/main" id="{CE3F4E67-F389-FBD0-2888-7426EF1E32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56864" y="1348341"/>
                  <a:ext cx="7389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NL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直接箭头连接符 72">
              <a:extLst>
                <a:ext uri="{FF2B5EF4-FFF2-40B4-BE49-F238E27FC236}">
                  <a16:creationId xmlns:a16="http://schemas.microsoft.com/office/drawing/2014/main" id="{CAAEF860-14D0-E92C-E928-B30B76FE84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27998" y="1558509"/>
              <a:ext cx="49276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箭头连接符 73">
              <a:extLst>
                <a:ext uri="{FF2B5EF4-FFF2-40B4-BE49-F238E27FC236}">
                  <a16:creationId xmlns:a16="http://schemas.microsoft.com/office/drawing/2014/main" id="{11D78BCD-D451-10B4-4159-45779EAE517B}"/>
                </a:ext>
              </a:extLst>
            </p:cNvPr>
            <p:cNvCxnSpPr>
              <a:cxnSpLocks/>
            </p:cNvCxnSpPr>
            <p:nvPr/>
          </p:nvCxnSpPr>
          <p:spPr>
            <a:xfrm>
              <a:off x="4287967" y="1558509"/>
              <a:ext cx="49276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74">
              <a:extLst>
                <a:ext uri="{FF2B5EF4-FFF2-40B4-BE49-F238E27FC236}">
                  <a16:creationId xmlns:a16="http://schemas.microsoft.com/office/drawing/2014/main" id="{88EF6689-4377-2960-C7D9-C2A640BD7C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20595" y="1917952"/>
              <a:ext cx="0" cy="298491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78">
              <a:extLst>
                <a:ext uri="{FF2B5EF4-FFF2-40B4-BE49-F238E27FC236}">
                  <a16:creationId xmlns:a16="http://schemas.microsoft.com/office/drawing/2014/main" id="{0A6FBBB7-7357-A281-527C-7D4E41E285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0451" y="1915960"/>
              <a:ext cx="0" cy="298491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文本框 79">
                  <a:extLst>
                    <a:ext uri="{FF2B5EF4-FFF2-40B4-BE49-F238E27FC236}">
                      <a16:creationId xmlns:a16="http://schemas.microsoft.com/office/drawing/2014/main" id="{81CC1F50-44EA-8119-C996-8916A8E1E77D}"/>
                    </a:ext>
                  </a:extLst>
                </p:cNvPr>
                <p:cNvSpPr txBox="1"/>
                <p:nvPr/>
              </p:nvSpPr>
              <p:spPr>
                <a:xfrm>
                  <a:off x="3528927" y="1719292"/>
                  <a:ext cx="750462" cy="39401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altLang="zh-CN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GB" altLang="zh-CN" b="0" i="0" smtClean="0">
                                <a:latin typeface="Cambria Math" panose="02040503050406030204" pitchFamily="18" charset="0"/>
                              </a:rPr>
                              <m:t>rep</m:t>
                            </m:r>
                            <m:r>
                              <a:rPr lang="en-GB" altLang="zh-CN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43" name="文本框 79">
                  <a:extLst>
                    <a:ext uri="{FF2B5EF4-FFF2-40B4-BE49-F238E27FC236}">
                      <a16:creationId xmlns:a16="http://schemas.microsoft.com/office/drawing/2014/main" id="{81CC1F50-44EA-8119-C996-8916A8E1E7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8927" y="1719292"/>
                  <a:ext cx="750462" cy="394019"/>
                </a:xfrm>
                <a:prstGeom prst="rect">
                  <a:avLst/>
                </a:prstGeom>
                <a:blipFill>
                  <a:blip r:embed="rId8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nl-NL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" name="直接箭头连接符 80">
              <a:extLst>
                <a:ext uri="{FF2B5EF4-FFF2-40B4-BE49-F238E27FC236}">
                  <a16:creationId xmlns:a16="http://schemas.microsoft.com/office/drawing/2014/main" id="{86CCBB68-1842-0B78-C2AE-A7092EAB83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71218" y="1922277"/>
              <a:ext cx="328767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箭头连接符 82">
              <a:extLst>
                <a:ext uri="{FF2B5EF4-FFF2-40B4-BE49-F238E27FC236}">
                  <a16:creationId xmlns:a16="http://schemas.microsoft.com/office/drawing/2014/main" id="{965FFF52-AE36-2131-2903-C46D161DAF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220595" y="1927366"/>
              <a:ext cx="328767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文本框 84">
              <a:extLst>
                <a:ext uri="{FF2B5EF4-FFF2-40B4-BE49-F238E27FC236}">
                  <a16:creationId xmlns:a16="http://schemas.microsoft.com/office/drawing/2014/main" id="{EA28D7A3-6BDE-2E56-E1E4-1B8C2DE57A6D}"/>
                </a:ext>
              </a:extLst>
            </p:cNvPr>
            <p:cNvSpPr txBox="1"/>
            <p:nvPr/>
          </p:nvSpPr>
          <p:spPr>
            <a:xfrm>
              <a:off x="3477032" y="3967004"/>
              <a:ext cx="9028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Cu pad</a:t>
              </a:r>
              <a:endPara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3" name="文本框 84">
              <a:extLst>
                <a:ext uri="{FF2B5EF4-FFF2-40B4-BE49-F238E27FC236}">
                  <a16:creationId xmlns:a16="http://schemas.microsoft.com/office/drawing/2014/main" id="{3AD97EF6-6A32-48B0-1825-E56CC8254EBC}"/>
                </a:ext>
              </a:extLst>
            </p:cNvPr>
            <p:cNvSpPr txBox="1"/>
            <p:nvPr/>
          </p:nvSpPr>
          <p:spPr>
            <a:xfrm>
              <a:off x="3176513" y="3056667"/>
              <a:ext cx="14606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Solder bump</a:t>
              </a:r>
              <a:endPara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129520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11</Words>
  <Application>Microsoft Office PowerPoint</Application>
  <PresentationFormat>Widescreen</PresentationFormat>
  <Paragraphs>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>Royal Netherlands Aerospace Centre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Guo, Leo</dc:creator>
  <cp:lastModifiedBy>Guo, Leo</cp:lastModifiedBy>
  <cp:revision>14</cp:revision>
  <dcterms:created xsi:type="dcterms:W3CDTF">2026-02-10T12:15:27Z</dcterms:created>
  <dcterms:modified xsi:type="dcterms:W3CDTF">2026-02-10T15:29:20Z</dcterms:modified>
</cp:coreProperties>
</file>